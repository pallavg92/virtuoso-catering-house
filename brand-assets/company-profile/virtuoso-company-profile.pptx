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C9A7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663440"/>
            <a:ext cx="4114800" cy="41148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C9A7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48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C9A76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VCH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D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VIRTUOSO CATERING HOUSE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CC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EXPERIENTIAL CATERING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AC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4846320"/>
            <a:ext cx="2926080" cy="292608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C9A7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i="1" dirty="0">
                <a:solidFill>
                  <a:srgbClr val="2F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believe true luxury lives in restraint — in every detail considered, every moment beautiful, and every experience built to be remembered.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Virtuoso Catering House is a luxury experiential catering company based in Noida, Delhi NCR, specialising in bespoke F&amp;B design for brand activations, luxury weddings, and private events across India. Our work sits at the intersection of experiential food and beverage, hospitality design, and large-scale event production — built to feel seamless, memorable, and deeply intentional.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F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Services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0749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240280"/>
            <a:ext cx="548640" cy="548640"/>
          </a:xfrm>
          <a:prstGeom prst="ellipse">
            <a:avLst/>
          </a:prstGeom>
          <a:solidFill>
            <a:srgbClr val="FDF8F0"/>
          </a:solidFill>
          <a:ln w="15875">
            <a:solidFill>
              <a:srgbClr val="C9A7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74520" y="22128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Weddings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74520" y="260604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course choreographed to the rhythm of your day — plated with restraint, seasoned with sentiment.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0749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0" y="2240280"/>
            <a:ext cx="548640" cy="548640"/>
          </a:xfrm>
          <a:prstGeom prst="ellipse">
            <a:avLst/>
          </a:prstGeom>
          <a:solidFill>
            <a:srgbClr val="FDF8F0"/>
          </a:solidFill>
          <a:ln w="15875">
            <a:solidFill>
              <a:srgbClr val="C9A7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06640" y="22128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Activations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06640" y="260604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launches and brand experiences, with an F&amp;B language designed around the story being told.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206240"/>
            <a:ext cx="50749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43000" y="4526280"/>
            <a:ext cx="548640" cy="548640"/>
          </a:xfrm>
          <a:prstGeom prst="ellipse">
            <a:avLst/>
          </a:prstGeom>
          <a:solidFill>
            <a:srgbClr val="FDF8F0"/>
          </a:solidFill>
          <a:ln w="15875">
            <a:solidFill>
              <a:srgbClr val="C9A7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74520" y="44988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Dining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74520" y="489204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intimate table, a chef in your kitchen, a menu written for no one else.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4206240"/>
            <a:ext cx="50749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75120" y="4526280"/>
            <a:ext cx="548640" cy="548640"/>
          </a:xfrm>
          <a:prstGeom prst="ellipse">
            <a:avLst/>
          </a:prstGeom>
          <a:solidFill>
            <a:srgbClr val="FDF8F0"/>
          </a:solidFill>
          <a:ln w="15875">
            <a:solidFill>
              <a:srgbClr val="C9A7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06640" y="44988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Bespoke Menus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06640" y="489204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Tasting notes built around memory, provenance, and the story you want your guests to leave with.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F3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C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DF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Brief to Final Night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685800" cy="685800"/>
          </a:xfrm>
          <a:prstGeom prst="ellipse">
            <a:avLst/>
          </a:prstGeom>
          <a:solidFill>
            <a:srgbClr val="2F352B"/>
          </a:solidFill>
          <a:ln w="15875">
            <a:solidFill>
              <a:srgbClr val="C9A7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68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Brief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C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event, your guests, the story you want told. We listen before we plan.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2468880"/>
            <a:ext cx="685800" cy="685800"/>
          </a:xfrm>
          <a:prstGeom prst="ellipse">
            <a:avLst/>
          </a:prstGeom>
          <a:solidFill>
            <a:srgbClr val="2F352B"/>
          </a:solidFill>
          <a:ln w="15875">
            <a:solidFill>
              <a:srgbClr val="C9A7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468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0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&amp; Tasting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384048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C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design a menu concept, then invite you to taste and refine it.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2468880"/>
            <a:ext cx="685800" cy="685800"/>
          </a:xfrm>
          <a:prstGeom prst="ellipse">
            <a:avLst/>
          </a:prstGeom>
          <a:solidFill>
            <a:srgbClr val="2F352B"/>
          </a:solidFill>
          <a:ln w="15875">
            <a:solidFill>
              <a:srgbClr val="C9A7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468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Rehearsal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384048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C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Service, styling, and staffing mapped in detail — nothing left to chance.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26880" y="2468880"/>
            <a:ext cx="685800" cy="685800"/>
          </a:xfrm>
          <a:prstGeom prst="ellipse">
            <a:avLst/>
          </a:prstGeom>
          <a:solidFill>
            <a:srgbClr val="2F352B"/>
          </a:solidFill>
          <a:ln w="15875">
            <a:solidFill>
              <a:srgbClr val="C9A7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2468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26880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Day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0" y="384048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C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execute quietly and precisely, so you experience the event as a guest.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F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Aarti Sharma &amp; Pallav Goel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05840" cy="1005840"/>
          </a:xfrm>
          <a:prstGeom prst="ellipse">
            <a:avLst/>
          </a:prstGeom>
          <a:solidFill>
            <a:srgbClr val="2F352B"/>
          </a:solidFill>
          <a:ln w="15875">
            <a:solidFill>
              <a:srgbClr val="C9A7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57400" y="2011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Aarti Sharma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05740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5074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luxury catering experiences at the intersection of experiential F&amp;B, beverage innovation, and large-scale event production. Every detail — presentation, pacing, pour — is designed to feel seamless and deeply intentional.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965960"/>
            <a:ext cx="1005840" cy="1005840"/>
          </a:xfrm>
          <a:prstGeom prst="ellipse">
            <a:avLst/>
          </a:prstGeom>
          <a:solidFill>
            <a:srgbClr val="2F352B"/>
          </a:solidFill>
          <a:ln w="15875">
            <a:solidFill>
              <a:srgbClr val="C9A7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965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89520" y="2011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Pallav Goel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58952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55080" y="3337560"/>
            <a:ext cx="5074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Virtuoso’s growth, strategy, and brand direction — deciding which clients the house takes on and what standard it holds itself to, across automotive launches, fashion activations, and premium private events.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F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Few Recent Occasions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FDF8F0"/>
          </a:solidFill>
          <a:ln w="15875">
            <a:solidFill>
              <a:srgbClr val="C9A7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216712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F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wedding in the Aravalli hills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457200" cy="457200"/>
          </a:xfrm>
          <a:prstGeom prst="ellipse">
            <a:avLst/>
          </a:prstGeom>
          <a:solidFill>
            <a:srgbClr val="FDF8F0"/>
          </a:solidFill>
          <a:ln w="15875">
            <a:solidFill>
              <a:srgbClr val="C9A7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29443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F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automotive brand launch experience, Delhi NCR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FDF8F0"/>
          </a:solidFill>
          <a:ln w="15875">
            <a:solidFill>
              <a:srgbClr val="C9A7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372160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F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private anniversary dinner, six guests, one table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4480560"/>
            <a:ext cx="457200" cy="457200"/>
          </a:xfrm>
          <a:prstGeom prst="ellipse">
            <a:avLst/>
          </a:prstGeom>
          <a:solidFill>
            <a:srgbClr val="FDF8F0"/>
          </a:solidFill>
          <a:ln w="15875">
            <a:solidFill>
              <a:srgbClr val="C9A7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44988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F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fashion label’s runway after-party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5257800"/>
            <a:ext cx="457200" cy="457200"/>
          </a:xfrm>
          <a:prstGeom prst="ellipse">
            <a:avLst/>
          </a:prstGeom>
          <a:solidFill>
            <a:srgbClr val="FDF8F0"/>
          </a:solidFill>
          <a:ln w="15875">
            <a:solidFill>
              <a:srgbClr val="C9A7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527608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F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product launch dinner for a design house, 180 covers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3931920"/>
            <a:ext cx="4114800" cy="41148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C9A7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37160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FDF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Design Your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FDF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Occasion.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C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A-15, A-Block, Sector 61, Noida, Uttar Pradesh 201301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66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C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+91 87009 15463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C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events@virtuosocatering.com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577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C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virtuosocatering.com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A76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VCH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Virtuoso Catering House — Company Profile</dc:title>
  <dc:subject>PptxGenJS Presentation</dc:subject>
  <dc:creator>Virtuoso Catering House</dc:creator>
  <cp:lastModifiedBy>Virtuoso Catering House</cp:lastModifiedBy>
  <cp:revision>1</cp:revision>
  <dcterms:created xsi:type="dcterms:W3CDTF">2026-07-07T13:07:33Z</dcterms:created>
  <dcterms:modified xsi:type="dcterms:W3CDTF">2026-07-07T13:07:33Z</dcterms:modified>
</cp:coreProperties>
</file>