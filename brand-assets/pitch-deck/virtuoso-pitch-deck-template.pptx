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C9A7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663440"/>
            <a:ext cx="4114800" cy="4114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C9A7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C9A76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VCH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D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[Client / Project Name]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C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from Virtuoso Catering House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Your Occasion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2860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[Summarize the client’s event: date, guest count, venue, occasion type, and what they told us matters most to them.]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is the goal of this event? What should guests feel or remember?]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374904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 specific requirements: dietary needs, brand guidelines, budget range, timeline.]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3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C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D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We’d Bring This to Life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685800" cy="685800"/>
          </a:xfrm>
          <a:prstGeom prst="ellipse">
            <a:avLst/>
          </a:prstGeom>
          <a:solidFill>
            <a:srgbClr val="2F352B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event, your guests, the story you want told.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2468880"/>
            <a:ext cx="685800" cy="685800"/>
          </a:xfrm>
          <a:prstGeom prst="ellipse">
            <a:avLst/>
          </a:prstGeom>
          <a:solidFill>
            <a:srgbClr val="2F352B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&amp; Tasting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3840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 concept, refined together at a private tasting.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468880"/>
            <a:ext cx="685800" cy="685800"/>
          </a:xfrm>
          <a:prstGeom prst="ellipse">
            <a:avLst/>
          </a:prstGeom>
          <a:solidFill>
            <a:srgbClr val="2F352B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Rehearsal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840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styling, and staffing mapped in detail.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2468880"/>
            <a:ext cx="685800" cy="685800"/>
          </a:xfrm>
          <a:prstGeom prst="ellipse">
            <a:avLst/>
          </a:prstGeom>
          <a:solidFill>
            <a:srgbClr val="2F352B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0" y="3383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Day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0" y="3840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quietly and precisely — you experience it as a guest.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Menu &amp; Moments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2860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[Outline the proposed courses, stations, or beverage program for this specific event.]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[Note any signature or experiential elements: live stations, tasting menu format, styling concepts.]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374904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[Reference relevant sample menus from the Services deck or attach a tailored menu separately.]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&amp; Pricing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D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(₹)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[Menu package]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[Per-guest / flat rate]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[Amount]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[Bar service]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[Per-guest / flat rate]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[Amount]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[Staffing &amp; service]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[Details]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[Amount]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[Styling / production]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[Details]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[Amount]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[Amount]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212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[This is an estimate; final pricing depends on guest count, season, and final menu selections.]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C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VIRTUOSO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i="1" dirty="0">
                <a:solidFill>
                  <a:srgbClr val="FD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believe true luxury lives in restraint — in every detail considered, every moment beautiful, and every experience built to be remembered.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3822192"/>
            <a:ext cx="109728" cy="109728"/>
          </a:xfrm>
          <a:prstGeom prst="ellipse">
            <a:avLst/>
          </a:prstGeom>
          <a:solidFill>
            <a:srgbClr val="C9A768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team from first brief through final service.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370832"/>
            <a:ext cx="109728" cy="109728"/>
          </a:xfrm>
          <a:prstGeom prst="ellipse">
            <a:avLst/>
          </a:prstGeom>
          <a:solidFill>
            <a:srgbClr val="C9A76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designed around your story, not a fixed catalogue.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919472"/>
            <a:ext cx="109728" cy="109728"/>
          </a:xfrm>
          <a:prstGeom prst="ellipse">
            <a:avLst/>
          </a:prstGeom>
          <a:solidFill>
            <a:srgbClr val="C9A76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846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across luxury weddings, brand activations, and private events.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Forward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FDF8F0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2167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the Date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487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[Timeline for confirming the booking and securing the date.]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548640" cy="548640"/>
          </a:xfrm>
          <a:prstGeom prst="ellipse">
            <a:avLst/>
          </a:prstGeom>
          <a:solidFill>
            <a:srgbClr val="FDF8F0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3172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Tasting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4930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[Proposed date/window for a tasting session.]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FDF8F0"/>
          </a:solidFill>
          <a:ln w="15875">
            <a:solidFill>
              <a:srgbClr val="C9A7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178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Sign-Off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4988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[Deadline for final guest count and menu confirmation.]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931920"/>
            <a:ext cx="4114800" cy="41148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C9A7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D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Make This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D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Happen.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[Prepared by: Name, Title]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C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+91 87009 15463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C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events@virtuosocatering.com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577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C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virtuosocatering.com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76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VCH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Virtuoso Catering House — Proposal Template</dc:title>
  <dc:subject>PptxGenJS Presentation</dc:subject>
  <dc:creator>Virtuoso Catering House</dc:creator>
  <cp:lastModifiedBy>Virtuoso Catering House</cp:lastModifiedBy>
  <cp:revision>1</cp:revision>
  <dcterms:created xsi:type="dcterms:W3CDTF">2026-07-07T13:25:56Z</dcterms:created>
  <dcterms:modified xsi:type="dcterms:W3CDTF">2026-07-07T13:25:56Z</dcterms:modified>
</cp:coreProperties>
</file>